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4" r:id="rId9"/>
    <p:sldId id="265" r:id="rId1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B75BD1-A32E-441A-92A9-D4E85B74F142}" v="7" dt="2026-02-01T22:03:44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bu, Maria" userId="09cf8375-abf3-42e0-9dd3-5e22cee0f9cc" providerId="ADAL" clId="{9F82E7DD-2980-4288-A29F-FDF33DE9D8B3}"/>
    <pc:docChg chg="undo custSel addSld delSld modSld sldOrd">
      <pc:chgData name="Barbu, Maria" userId="09cf8375-abf3-42e0-9dd3-5e22cee0f9cc" providerId="ADAL" clId="{9F82E7DD-2980-4288-A29F-FDF33DE9D8B3}" dt="2026-02-02T10:57:45.481" v="887" actId="20577"/>
      <pc:docMkLst>
        <pc:docMk/>
      </pc:docMkLst>
      <pc:sldChg chg="addSp delSp modSp new mod">
        <pc:chgData name="Barbu, Maria" userId="09cf8375-abf3-42e0-9dd3-5e22cee0f9cc" providerId="ADAL" clId="{9F82E7DD-2980-4288-A29F-FDF33DE9D8B3}" dt="2026-02-01T21:49:51.121" v="38" actId="20577"/>
        <pc:sldMkLst>
          <pc:docMk/>
          <pc:sldMk cId="1088485005" sldId="256"/>
        </pc:sldMkLst>
        <pc:spChg chg="mod">
          <ac:chgData name="Barbu, Maria" userId="09cf8375-abf3-42e0-9dd3-5e22cee0f9cc" providerId="ADAL" clId="{9F82E7DD-2980-4288-A29F-FDF33DE9D8B3}" dt="2026-02-01T21:49:13.480" v="20" actId="20577"/>
          <ac:spMkLst>
            <pc:docMk/>
            <pc:sldMk cId="1088485005" sldId="256"/>
            <ac:spMk id="2" creationId="{6B124606-0BA0-8B55-108C-7AD9BDFF054B}"/>
          </ac:spMkLst>
        </pc:spChg>
        <pc:spChg chg="mod">
          <ac:chgData name="Barbu, Maria" userId="09cf8375-abf3-42e0-9dd3-5e22cee0f9cc" providerId="ADAL" clId="{9F82E7DD-2980-4288-A29F-FDF33DE9D8B3}" dt="2026-02-01T21:49:51.121" v="38" actId="20577"/>
          <ac:spMkLst>
            <pc:docMk/>
            <pc:sldMk cId="1088485005" sldId="256"/>
            <ac:spMk id="3" creationId="{623185B3-4ACD-3E54-3E2F-D7F9FD270C98}"/>
          </ac:spMkLst>
        </pc:spChg>
        <pc:spChg chg="add del mod">
          <ac:chgData name="Barbu, Maria" userId="09cf8375-abf3-42e0-9dd3-5e22cee0f9cc" providerId="ADAL" clId="{9F82E7DD-2980-4288-A29F-FDF33DE9D8B3}" dt="2026-02-01T21:49:02.991" v="6" actId="22"/>
          <ac:spMkLst>
            <pc:docMk/>
            <pc:sldMk cId="1088485005" sldId="256"/>
            <ac:spMk id="5" creationId="{625C449A-A5A6-3473-CC68-6AA23A8B941C}"/>
          </ac:spMkLst>
        </pc:spChg>
      </pc:sldChg>
      <pc:sldChg chg="modSp new mod">
        <pc:chgData name="Barbu, Maria" userId="09cf8375-abf3-42e0-9dd3-5e22cee0f9cc" providerId="ADAL" clId="{9F82E7DD-2980-4288-A29F-FDF33DE9D8B3}" dt="2026-02-01T21:59:39.641" v="117" actId="20577"/>
        <pc:sldMkLst>
          <pc:docMk/>
          <pc:sldMk cId="647238805" sldId="257"/>
        </pc:sldMkLst>
        <pc:spChg chg="mod">
          <ac:chgData name="Barbu, Maria" userId="09cf8375-abf3-42e0-9dd3-5e22cee0f9cc" providerId="ADAL" clId="{9F82E7DD-2980-4288-A29F-FDF33DE9D8B3}" dt="2026-02-01T21:58:45.553" v="46" actId="20577"/>
          <ac:spMkLst>
            <pc:docMk/>
            <pc:sldMk cId="647238805" sldId="257"/>
            <ac:spMk id="2" creationId="{942811E1-A8BF-1C1D-15F5-2EAAD3A9DF31}"/>
          </ac:spMkLst>
        </pc:spChg>
        <pc:spChg chg="mod">
          <ac:chgData name="Barbu, Maria" userId="09cf8375-abf3-42e0-9dd3-5e22cee0f9cc" providerId="ADAL" clId="{9F82E7DD-2980-4288-A29F-FDF33DE9D8B3}" dt="2026-02-01T21:59:39.641" v="117" actId="20577"/>
          <ac:spMkLst>
            <pc:docMk/>
            <pc:sldMk cId="647238805" sldId="257"/>
            <ac:spMk id="3" creationId="{5196948F-E640-D9CD-1148-373BF9E893D4}"/>
          </ac:spMkLst>
        </pc:spChg>
      </pc:sldChg>
      <pc:sldChg chg="modSp new mod">
        <pc:chgData name="Barbu, Maria" userId="09cf8375-abf3-42e0-9dd3-5e22cee0f9cc" providerId="ADAL" clId="{9F82E7DD-2980-4288-A29F-FDF33DE9D8B3}" dt="2026-02-01T21:59:21.480" v="104" actId="20577"/>
        <pc:sldMkLst>
          <pc:docMk/>
          <pc:sldMk cId="705564402" sldId="258"/>
        </pc:sldMkLst>
        <pc:spChg chg="mod">
          <ac:chgData name="Barbu, Maria" userId="09cf8375-abf3-42e0-9dd3-5e22cee0f9cc" providerId="ADAL" clId="{9F82E7DD-2980-4288-A29F-FDF33DE9D8B3}" dt="2026-02-01T21:59:18.955" v="96" actId="20577"/>
          <ac:spMkLst>
            <pc:docMk/>
            <pc:sldMk cId="705564402" sldId="258"/>
            <ac:spMk id="2" creationId="{69CF0DB0-5798-50ED-862E-206A802BC10B}"/>
          </ac:spMkLst>
        </pc:spChg>
        <pc:spChg chg="mod">
          <ac:chgData name="Barbu, Maria" userId="09cf8375-abf3-42e0-9dd3-5e22cee0f9cc" providerId="ADAL" clId="{9F82E7DD-2980-4288-A29F-FDF33DE9D8B3}" dt="2026-02-01T21:59:21.480" v="104" actId="20577"/>
          <ac:spMkLst>
            <pc:docMk/>
            <pc:sldMk cId="705564402" sldId="258"/>
            <ac:spMk id="3" creationId="{5E772168-B466-4D87-3E77-8BCCF3FA0B44}"/>
          </ac:spMkLst>
        </pc:spChg>
      </pc:sldChg>
      <pc:sldChg chg="modSp new mod">
        <pc:chgData name="Barbu, Maria" userId="09cf8375-abf3-42e0-9dd3-5e22cee0f9cc" providerId="ADAL" clId="{9F82E7DD-2980-4288-A29F-FDF33DE9D8B3}" dt="2026-02-02T10:49:32.611" v="858" actId="20577"/>
        <pc:sldMkLst>
          <pc:docMk/>
          <pc:sldMk cId="2067807530" sldId="259"/>
        </pc:sldMkLst>
        <pc:spChg chg="mod">
          <ac:chgData name="Barbu, Maria" userId="09cf8375-abf3-42e0-9dd3-5e22cee0f9cc" providerId="ADAL" clId="{9F82E7DD-2980-4288-A29F-FDF33DE9D8B3}" dt="2026-02-01T21:59:53.945" v="129" actId="20577"/>
          <ac:spMkLst>
            <pc:docMk/>
            <pc:sldMk cId="2067807530" sldId="259"/>
            <ac:spMk id="2" creationId="{CC18EB73-3ECC-778C-7C38-81C9844FE433}"/>
          </ac:spMkLst>
        </pc:spChg>
        <pc:spChg chg="mod">
          <ac:chgData name="Barbu, Maria" userId="09cf8375-abf3-42e0-9dd3-5e22cee0f9cc" providerId="ADAL" clId="{9F82E7DD-2980-4288-A29F-FDF33DE9D8B3}" dt="2026-02-02T10:49:32.611" v="858" actId="20577"/>
          <ac:spMkLst>
            <pc:docMk/>
            <pc:sldMk cId="2067807530" sldId="259"/>
            <ac:spMk id="3" creationId="{3BD595B7-EF23-0C63-EA87-A3AFADEBB574}"/>
          </ac:spMkLst>
        </pc:spChg>
      </pc:sldChg>
      <pc:sldChg chg="modSp new mod">
        <pc:chgData name="Barbu, Maria" userId="09cf8375-abf3-42e0-9dd3-5e22cee0f9cc" providerId="ADAL" clId="{9F82E7DD-2980-4288-A29F-FDF33DE9D8B3}" dt="2026-02-01T22:00:48.987" v="229" actId="5793"/>
        <pc:sldMkLst>
          <pc:docMk/>
          <pc:sldMk cId="4160540835" sldId="260"/>
        </pc:sldMkLst>
        <pc:spChg chg="mod">
          <ac:chgData name="Barbu, Maria" userId="09cf8375-abf3-42e0-9dd3-5e22cee0f9cc" providerId="ADAL" clId="{9F82E7DD-2980-4288-A29F-FDF33DE9D8B3}" dt="2026-02-01T22:00:37.665" v="190" actId="20577"/>
          <ac:spMkLst>
            <pc:docMk/>
            <pc:sldMk cId="4160540835" sldId="260"/>
            <ac:spMk id="2" creationId="{8F529C29-A851-4548-B8B0-0C2CE505EE09}"/>
          </ac:spMkLst>
        </pc:spChg>
        <pc:spChg chg="mod">
          <ac:chgData name="Barbu, Maria" userId="09cf8375-abf3-42e0-9dd3-5e22cee0f9cc" providerId="ADAL" clId="{9F82E7DD-2980-4288-A29F-FDF33DE9D8B3}" dt="2026-02-01T22:00:48.987" v="229" actId="5793"/>
          <ac:spMkLst>
            <pc:docMk/>
            <pc:sldMk cId="4160540835" sldId="260"/>
            <ac:spMk id="3" creationId="{E9A0E32D-ED9B-F044-0B12-94BBE6E4D7FC}"/>
          </ac:spMkLst>
        </pc:spChg>
      </pc:sldChg>
      <pc:sldChg chg="modSp new mod">
        <pc:chgData name="Barbu, Maria" userId="09cf8375-abf3-42e0-9dd3-5e22cee0f9cc" providerId="ADAL" clId="{9F82E7DD-2980-4288-A29F-FDF33DE9D8B3}" dt="2026-02-01T22:06:12.807" v="706" actId="20577"/>
        <pc:sldMkLst>
          <pc:docMk/>
          <pc:sldMk cId="4164731303" sldId="261"/>
        </pc:sldMkLst>
        <pc:spChg chg="mod">
          <ac:chgData name="Barbu, Maria" userId="09cf8375-abf3-42e0-9dd3-5e22cee0f9cc" providerId="ADAL" clId="{9F82E7DD-2980-4288-A29F-FDF33DE9D8B3}" dt="2026-02-01T22:01:04.343" v="254" actId="20577"/>
          <ac:spMkLst>
            <pc:docMk/>
            <pc:sldMk cId="4164731303" sldId="261"/>
            <ac:spMk id="2" creationId="{29ECCC29-92FC-B40B-BF45-25BA0ABA04C2}"/>
          </ac:spMkLst>
        </pc:spChg>
        <pc:spChg chg="mod">
          <ac:chgData name="Barbu, Maria" userId="09cf8375-abf3-42e0-9dd3-5e22cee0f9cc" providerId="ADAL" clId="{9F82E7DD-2980-4288-A29F-FDF33DE9D8B3}" dt="2026-02-01T22:06:12.807" v="706" actId="20577"/>
          <ac:spMkLst>
            <pc:docMk/>
            <pc:sldMk cId="4164731303" sldId="261"/>
            <ac:spMk id="3" creationId="{30A7D1E4-BE8B-2A67-3267-691569681571}"/>
          </ac:spMkLst>
        </pc:spChg>
      </pc:sldChg>
      <pc:sldChg chg="modSp add mod">
        <pc:chgData name="Barbu, Maria" userId="09cf8375-abf3-42e0-9dd3-5e22cee0f9cc" providerId="ADAL" clId="{9F82E7DD-2980-4288-A29F-FDF33DE9D8B3}" dt="2026-02-01T21:59:14.340" v="88" actId="20577"/>
        <pc:sldMkLst>
          <pc:docMk/>
          <pc:sldMk cId="3577575747" sldId="262"/>
        </pc:sldMkLst>
        <pc:spChg chg="mod">
          <ac:chgData name="Barbu, Maria" userId="09cf8375-abf3-42e0-9dd3-5e22cee0f9cc" providerId="ADAL" clId="{9F82E7DD-2980-4288-A29F-FDF33DE9D8B3}" dt="2026-02-01T21:59:14.340" v="88" actId="20577"/>
          <ac:spMkLst>
            <pc:docMk/>
            <pc:sldMk cId="3577575747" sldId="262"/>
            <ac:spMk id="3" creationId="{970CC8A9-1A3A-328A-321B-0960234FF55E}"/>
          </ac:spMkLst>
        </pc:spChg>
      </pc:sldChg>
      <pc:sldChg chg="modSp new del mod">
        <pc:chgData name="Barbu, Maria" userId="09cf8375-abf3-42e0-9dd3-5e22cee0f9cc" providerId="ADAL" clId="{9F82E7DD-2980-4288-A29F-FDF33DE9D8B3}" dt="2026-02-02T09:40:26.536" v="857" actId="47"/>
        <pc:sldMkLst>
          <pc:docMk/>
          <pc:sldMk cId="1195233187" sldId="263"/>
        </pc:sldMkLst>
        <pc:spChg chg="mod">
          <ac:chgData name="Barbu, Maria" userId="09cf8375-abf3-42e0-9dd3-5e22cee0f9cc" providerId="ADAL" clId="{9F82E7DD-2980-4288-A29F-FDF33DE9D8B3}" dt="2026-02-01T22:06:22.359" v="726" actId="20577"/>
          <ac:spMkLst>
            <pc:docMk/>
            <pc:sldMk cId="1195233187" sldId="263"/>
            <ac:spMk id="2" creationId="{C8319E8F-4215-A254-0E32-382DC3EEA07D}"/>
          </ac:spMkLst>
        </pc:spChg>
        <pc:spChg chg="mod">
          <ac:chgData name="Barbu, Maria" userId="09cf8375-abf3-42e0-9dd3-5e22cee0f9cc" providerId="ADAL" clId="{9F82E7DD-2980-4288-A29F-FDF33DE9D8B3}" dt="2026-02-01T22:06:25.895" v="736" actId="20577"/>
          <ac:spMkLst>
            <pc:docMk/>
            <pc:sldMk cId="1195233187" sldId="263"/>
            <ac:spMk id="3" creationId="{A9E1ABCE-CB50-4C38-A314-094E965ECC9F}"/>
          </ac:spMkLst>
        </pc:spChg>
      </pc:sldChg>
      <pc:sldChg chg="modSp new mod">
        <pc:chgData name="Barbu, Maria" userId="09cf8375-abf3-42e0-9dd3-5e22cee0f9cc" providerId="ADAL" clId="{9F82E7DD-2980-4288-A29F-FDF33DE9D8B3}" dt="2026-02-01T22:06:38.165" v="773" actId="20577"/>
        <pc:sldMkLst>
          <pc:docMk/>
          <pc:sldMk cId="1569005512" sldId="264"/>
        </pc:sldMkLst>
        <pc:spChg chg="mod">
          <ac:chgData name="Barbu, Maria" userId="09cf8375-abf3-42e0-9dd3-5e22cee0f9cc" providerId="ADAL" clId="{9F82E7DD-2980-4288-A29F-FDF33DE9D8B3}" dt="2026-02-01T22:06:33.359" v="755" actId="20577"/>
          <ac:spMkLst>
            <pc:docMk/>
            <pc:sldMk cId="1569005512" sldId="264"/>
            <ac:spMk id="2" creationId="{2B21A549-7990-C85B-80D9-3FD5B5A94AF3}"/>
          </ac:spMkLst>
        </pc:spChg>
        <pc:spChg chg="mod">
          <ac:chgData name="Barbu, Maria" userId="09cf8375-abf3-42e0-9dd3-5e22cee0f9cc" providerId="ADAL" clId="{9F82E7DD-2980-4288-A29F-FDF33DE9D8B3}" dt="2026-02-01T22:06:38.165" v="773" actId="20577"/>
          <ac:spMkLst>
            <pc:docMk/>
            <pc:sldMk cId="1569005512" sldId="264"/>
            <ac:spMk id="3" creationId="{844ECAB6-B8CA-0793-C2D2-FFA94C08D857}"/>
          </ac:spMkLst>
        </pc:spChg>
      </pc:sldChg>
      <pc:sldChg chg="modSp new del mod">
        <pc:chgData name="Barbu, Maria" userId="09cf8375-abf3-42e0-9dd3-5e22cee0f9cc" providerId="ADAL" clId="{9F82E7DD-2980-4288-A29F-FDF33DE9D8B3}" dt="2026-02-02T09:22:47.540" v="853" actId="47"/>
        <pc:sldMkLst>
          <pc:docMk/>
          <pc:sldMk cId="1064835342" sldId="265"/>
        </pc:sldMkLst>
        <pc:spChg chg="mod">
          <ac:chgData name="Barbu, Maria" userId="09cf8375-abf3-42e0-9dd3-5e22cee0f9cc" providerId="ADAL" clId="{9F82E7DD-2980-4288-A29F-FDF33DE9D8B3}" dt="2026-02-01T22:06:50.024" v="801" actId="20577"/>
          <ac:spMkLst>
            <pc:docMk/>
            <pc:sldMk cId="1064835342" sldId="265"/>
            <ac:spMk id="2" creationId="{39474D4C-116C-46A3-04CB-9FB42839AB9C}"/>
          </ac:spMkLst>
        </pc:spChg>
      </pc:sldChg>
      <pc:sldChg chg="modSp new mod">
        <pc:chgData name="Barbu, Maria" userId="09cf8375-abf3-42e0-9dd3-5e22cee0f9cc" providerId="ADAL" clId="{9F82E7DD-2980-4288-A29F-FDF33DE9D8B3}" dt="2026-02-02T10:57:45.481" v="887" actId="20577"/>
        <pc:sldMkLst>
          <pc:docMk/>
          <pc:sldMk cId="2967350829" sldId="265"/>
        </pc:sldMkLst>
        <pc:spChg chg="mod">
          <ac:chgData name="Barbu, Maria" userId="09cf8375-abf3-42e0-9dd3-5e22cee0f9cc" providerId="ADAL" clId="{9F82E7DD-2980-4288-A29F-FDF33DE9D8B3}" dt="2026-02-02T10:57:45.481" v="887" actId="20577"/>
          <ac:spMkLst>
            <pc:docMk/>
            <pc:sldMk cId="2967350829" sldId="265"/>
            <ac:spMk id="2" creationId="{5F86C582-BDC5-257B-0E29-4DAB30CFD225}"/>
          </ac:spMkLst>
        </pc:spChg>
      </pc:sldChg>
      <pc:sldChg chg="modSp new del mod ord">
        <pc:chgData name="Barbu, Maria" userId="09cf8375-abf3-42e0-9dd3-5e22cee0f9cc" providerId="ADAL" clId="{9F82E7DD-2980-4288-A29F-FDF33DE9D8B3}" dt="2026-02-02T09:23:10.224" v="856" actId="47"/>
        <pc:sldMkLst>
          <pc:docMk/>
          <pc:sldMk cId="4064285704" sldId="266"/>
        </pc:sldMkLst>
        <pc:spChg chg="mod">
          <ac:chgData name="Barbu, Maria" userId="09cf8375-abf3-42e0-9dd3-5e22cee0f9cc" providerId="ADAL" clId="{9F82E7DD-2980-4288-A29F-FDF33DE9D8B3}" dt="2026-02-01T22:18:56.207" v="822" actId="20577"/>
          <ac:spMkLst>
            <pc:docMk/>
            <pc:sldMk cId="4064285704" sldId="266"/>
            <ac:spMk id="2" creationId="{2E062DA6-8C6C-F26E-0569-AD4889F4901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5510-2254-1474-72E5-A3C28FCF4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955EE-827C-B298-E65E-88B2648DA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72399-6369-CAFB-F322-269AD826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3FFDB-4A3C-10ED-EAAB-6C6E9F52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C43FB-BED3-BE3F-8BAA-75AC68E3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2391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B022-43FD-2A96-0699-14624B730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F0D40-69A4-520F-14BD-BB7D9CE52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9D587-B083-98F5-5160-0D89464F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A6BA3-C54A-98D7-5057-AE6C5D7A0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CC1DA-0050-DD53-FAAC-7F92DA61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25420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8233F-85DA-C888-8E00-C6AD5680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C048F-061A-49E6-8813-813B38839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10C93-9505-E31E-9272-A1B3B199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24E40-7495-B766-C5D6-F760D7DCE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68E33-C9FA-F3AD-3002-A5FF2A5F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571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58F1-5A7A-9BAE-DA52-73C5A363B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9CF0A-1404-BC8C-5DBE-30731EDEC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1896-0B68-D3C1-DD99-E506088D4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E3721-7C49-3D43-6E74-83DBCE6C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071D7-BD10-A52F-748C-1495A310E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4B26B-E9D5-7581-EDBF-D66318411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4642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B3B9A-DCFD-636E-9F17-E3D220B1A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D635-B141-5357-0374-06CD20FEB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B2320-5156-B047-4D7B-A96676813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28ABF-79C5-8777-1C16-2D14985A0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ED26D-AD16-C81B-A703-F2C61D1C85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E8F3DF-AF3C-B289-81AD-AC5A42978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1C025F-EF16-B045-DD02-867451E9C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28C58-A1D3-B98A-3641-DCAFF03B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8597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42134-D246-D7D6-1C76-77184CA59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38311D-EE4B-C309-6061-9AC2061A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9BB37-6C9B-3A21-D8B9-FE24B628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838F6-FD19-0E25-C37F-ABAB6095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816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D6D3E-74DF-7516-D0BE-AD207F1D3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C01BD-EE57-203F-0785-B8B62FAF0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15A52-63FB-E216-60F7-DD0585CC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5940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D560-33BB-E862-4F4A-DF1B7299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D9743-BD36-025A-DD3D-7BFC3B451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F60BC-281C-6E6A-AD58-139B6D1A3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FF1CF-DB37-1897-07FE-E011D9C2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AF674-5472-4362-A26F-B780CA22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CAE90-2294-9F74-5050-419CE357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9410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598E-0118-FF3B-1E41-44E27ED3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A5B8E7-822E-3939-56CA-90961B826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454F5-42F9-C332-1179-D251D765C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C9E65-E05E-CDED-DD38-21AA165C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D91AB-584B-2DD1-9E9C-A73D3031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04036-D474-4275-BEE4-2DA906CE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22636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5528-6BDC-9760-1EBA-7A2063F5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22859-4BD2-A1EA-3892-EE2F69104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7B832-9F40-9AF8-4EED-5E207430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99E42-F305-A6AA-5ECE-D8F31211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F4BF7-33D7-BC64-C6BB-A9107C6C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356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657F0B-A457-72F1-B6CA-731EE3B70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FCF1F-70BE-7B4A-CCFB-62D871FC2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6997B-6B00-4D70-87EF-71BD9F47C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E2373-A82D-C970-6213-578B51EB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88393-1C94-1085-8CD7-6E747917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3691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341E3B-16DF-F334-F1DB-A9E31A029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66780-FF01-A1BA-4B26-C8B604603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0D21C-718B-BBD9-FB41-1972D24E5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F2BD9-BEE6-434D-AEA1-4F3C19B8BB57}" type="datetimeFigureOut">
              <a:rPr lang="en-NL" smtClean="0"/>
              <a:t>02/02/2026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E04E-C97E-8AF0-7452-6C4E2780A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3B3B7-16E2-BC81-0E03-1BD0FBB54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8F96E-7714-4AC9-9E95-88B9CF670C9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996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24606-0BA0-8B55-108C-7AD9BDFF05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Bridge-It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185B3-4ACD-3E54-3E2F-D7F9FD270C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Track meeting 4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8848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11E1-A8BF-1C1D-15F5-2EAAD3A9D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6948F-E640-D9CD-1148-373BF9E89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Reusability + materials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4723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F9394-1C36-1F7A-6FE6-8963B619A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15CCE-0268-FDC6-4E56-89C1B6300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CC8A9-1A3A-328A-321B-0960234FF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fauna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77575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0DB0-5798-50ED-862E-206A802BC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72168-B466-4D87-3E77-8BCCF3FA0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05564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EB73-3ECC-778C-7C38-81C9844FE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thesis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595B7-EF23-0C63-EA87-A3AFADEBB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Ecology, circularity, participation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Paragraph description</a:t>
            </a:r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67807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9C29-A851-4548-B8B0-0C2CE505E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variants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0E32D-ED9B-F044-0B12-94BBE6E4D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it a bridge? Pavilion? Space?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60540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CC29-92FC-B40B-BF45-25BA0ABA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model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7D1E4-BE8B-2A67-3267-691569681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3 zones that can be intertwined, all of them serve as a possible solution: </a:t>
            </a:r>
          </a:p>
          <a:p>
            <a:r>
              <a:rPr lang="en-US" sz="2000" dirty="0"/>
              <a:t>A:  1.  Pavilion</a:t>
            </a:r>
          </a:p>
          <a:p>
            <a:pPr marL="0" indent="0">
              <a:buNone/>
            </a:pPr>
            <a:r>
              <a:rPr lang="en-US" sz="2000" dirty="0"/>
              <a:t>          2. Full transit area( stair+ ramp)  </a:t>
            </a:r>
          </a:p>
          <a:p>
            <a:pPr marL="0" indent="0">
              <a:buNone/>
            </a:pPr>
            <a:r>
              <a:rPr lang="en-US" sz="2000" dirty="0"/>
              <a:t>          3. Sports Link</a:t>
            </a:r>
          </a:p>
          <a:p>
            <a:r>
              <a:rPr lang="en-US" sz="2000" dirty="0"/>
              <a:t>B: 1.  High line inspired</a:t>
            </a:r>
          </a:p>
          <a:p>
            <a:pPr marL="0" indent="0">
              <a:buNone/>
            </a:pPr>
            <a:r>
              <a:rPr lang="en-US" sz="2000" dirty="0"/>
              <a:t>          2. Shifting pavilion (different modules)</a:t>
            </a:r>
          </a:p>
          <a:p>
            <a:pPr marL="0" indent="0">
              <a:buNone/>
            </a:pPr>
            <a:r>
              <a:rPr lang="en-US" sz="2000" dirty="0"/>
              <a:t>          3. Soundscape gallery (emphasis sound)</a:t>
            </a:r>
          </a:p>
          <a:p>
            <a:r>
              <a:rPr lang="en-US" sz="2000" dirty="0"/>
              <a:t>C: 1. Transport info panels </a:t>
            </a:r>
          </a:p>
          <a:p>
            <a:pPr marL="0" indent="0">
              <a:buNone/>
            </a:pPr>
            <a:r>
              <a:rPr lang="en-US" sz="2000" dirty="0"/>
              <a:t>          2. </a:t>
            </a:r>
            <a:r>
              <a:rPr lang="en-US" sz="2000" dirty="0" err="1"/>
              <a:t>KnoopXL</a:t>
            </a:r>
            <a:r>
              <a:rPr lang="en-US" sz="2000" dirty="0"/>
              <a:t> Construction phases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64731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A549-7990-C85B-80D9-3FD5B5A9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model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ECAB6-B8CA-0793-C2D2-FFA94C08D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Renders, variants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69005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6C582-BDC5-257B-0E29-4DAB30CF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more abstract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BD1B-1657-55CD-CDC9-210CA90C3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7350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117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Bridge-It</vt:lpstr>
      <vt:lpstr>Research</vt:lpstr>
      <vt:lpstr>Research</vt:lpstr>
      <vt:lpstr>Research</vt:lpstr>
      <vt:lpstr>Main thesis</vt:lpstr>
      <vt:lpstr>Possible variants </vt:lpstr>
      <vt:lpstr>Interactive model </vt:lpstr>
      <vt:lpstr>Interactive model</vt:lpstr>
      <vt:lpstr>Model more abstract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Barbu, Maria</dc:creator>
  <cp:lastModifiedBy>Barbu, Maria</cp:lastModifiedBy>
  <cp:revision>1</cp:revision>
  <dcterms:created xsi:type="dcterms:W3CDTF">2026-02-01T21:47:39Z</dcterms:created>
  <dcterms:modified xsi:type="dcterms:W3CDTF">2026-02-02T10:57:50Z</dcterms:modified>
</cp:coreProperties>
</file>